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Smart Civic Connect</a:t>
            </a:r>
          </a:p>
          <a:p>
            <a:pPr algn="ctr">
              <a:defRPr sz="2200">
                <a:solidFill>
                  <a:srgbClr val="6366F1"/>
                </a:solidFill>
              </a:defRPr>
            </a:pPr>
            <a:r>
              <a:t>Next-Generation AI-Powered Civic Issue Reporting &amp; Municipal Management Platform</a:t>
            </a:r>
          </a:p>
          <a:p>
            <a:br/>
            <a:pPr algn="ctr">
              <a:defRPr sz="1600">
                <a:solidFill>
                  <a:srgbClr val="94A3B8"/>
                </a:solidFill>
              </a:defRPr>
            </a:pPr>
            <a:r>
              <a:t>Final Project Review Presentation |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 Statement &amp; Urban Governance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01. Spam &amp; Paper Note Uploads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Citizens submitting paper notes, document screenshots, drawings, or non-civic photos that waste municipal inspection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02. Category Misclassification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Citizens misclassifying complaints (e.g. reporting water leakages under 'Garbage'), sending reports to wrong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03. Lack of SLA Escalations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Open complaints remaining pending indefinitely without executive visibility or automated escalation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04. High Cloud Storage Fees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Traditional cloud storage services requiring expensive monthly subscription plans for municipal bodies.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FRONTEND LAYER:  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Vanilla HTML5 / CSS3 (Bootstrap 5 Glassmorphism Layout) + JavaScript ES6</a:t>
            </a:r>
            <a:br/>
            <a:r>
              <a:t>Hosted on Firebase Hosting CDN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BACKEND REST API:  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Python 3.11 Flask API + Gunicorn WSGI Web Server</a:t>
            </a:r>
            <a:br/>
            <a:r>
              <a:t>Deployed on Render.com Linux 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DATABASE &amp; AUTH:  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Google Cloud Firestore (NoSQL) + Firebase Authentication</a:t>
            </a:r>
            <a:br/>
            <a:r>
              <a:t>Real-time complaint documents &amp; role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DUAL-LAYER AI VISION:  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Layer 1: Google Gemini 1.5 Flash Vision API</a:t>
            </a:r>
            <a:br/>
            <a:r>
              <a:t>Layer 2: PIL Visual Feature Classifier (Edge Fallback)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Frontend UI/UX Design System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🎨 Glassmorphism Aesthetic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Translucent dark slate backgrounds (#0F172A), 12px blur filters, border highlights, and vibrant status accent badges (#3B82F6 Blue, #10B981 Emerald, #EF4444 Rose).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📷 Live Mobile Camera Enforcement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File inputs use capture='camera' to automatically open mobile device camera interface, eliminating fake/stock gallery uploads.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Base64 Client Canvas Compressor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Resizes photos to 800px max dimension and compresses to 70% JPEG Base64 (&lt;100KB), completely bypassing paid cloud storage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 Multi-Role Portals &amp; Bilingual i18n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Dynamic role switcher tabs (Citizen, Officer, Super Admin) with instant client-side English / Telugu language toggling.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Frontend User Interface Showcase &amp; Mockup Gallery</a:t>
            </a:r>
          </a:p>
        </p:txBody>
      </p:sp>
      <p:pic>
        <p:nvPicPr>
          <p:cNvPr id="4" name="Picture 3" descr="ui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3383280" cy="1903095"/>
          </a:xfrm>
          <a:prstGeom prst="rect">
            <a:avLst/>
          </a:prstGeom>
        </p:spPr>
      </p:pic>
      <p:pic>
        <p:nvPicPr>
          <p:cNvPr id="5" name="Picture 4" descr="ui_citiz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80160"/>
            <a:ext cx="3383280" cy="1903095"/>
          </a:xfrm>
          <a:prstGeom prst="rect">
            <a:avLst/>
          </a:prstGeom>
        </p:spPr>
      </p:pic>
      <p:pic>
        <p:nvPicPr>
          <p:cNvPr id="6" name="Picture 5" descr="ui_mis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280160"/>
            <a:ext cx="3383280" cy="1903095"/>
          </a:xfrm>
          <a:prstGeom prst="rect">
            <a:avLst/>
          </a:prstGeom>
        </p:spPr>
      </p:pic>
      <p:pic>
        <p:nvPicPr>
          <p:cNvPr id="7" name="Picture 6" descr="ui_offi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4023360"/>
            <a:ext cx="3383280" cy="1903095"/>
          </a:xfrm>
          <a:prstGeom prst="rect">
            <a:avLst/>
          </a:prstGeom>
        </p:spPr>
      </p:pic>
      <p:pic>
        <p:nvPicPr>
          <p:cNvPr id="8" name="Picture 7" descr="ui_adm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023360"/>
            <a:ext cx="3383280" cy="1903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Dual-Layer Computer Vision AI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LAYER 1: Google Gemini Vision API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Deep generative image analysis evaluating category match.</a:t>
            </a:r>
            <a:br/>
            <a:r>
              <a:t>• Rejects handwritten notes, paper documents, drawings, clipart, and non-civic photos.</a:t>
            </a:r>
            <a:br/>
            <a:r>
              <a:t>• Returns structured MATCH / MISMATCH / INVALID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LAYER 2: PIL Visual Feature Classifier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Automatic edge fallback if Gemini API is offline or rate-limited.</a:t>
            </a:r>
            <a:br/>
            <a:r>
              <a:t>• Analyzes light background paper ratios (r,g,b &gt; 175, saturation &lt; 22).</a:t>
            </a:r>
            <a:br/>
            <a:r>
              <a:t>• Rejects low color depth clipart (colors &lt; 150) without external API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Municipal Officer Workspace &amp; Resolution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Auto Routing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Garbage ➔ Sanitation</a:t>
            </a:r>
            <a:br/>
            <a:r>
              <a:t>Potholes ➔ Public Works</a:t>
            </a:r>
            <a:br/>
            <a:r>
              <a:t>Water ➔ Water Supply</a:t>
            </a:r>
            <a:br/>
            <a:r>
              <a:t>Lights ➔ Electricity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Claim Work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Officer clicks 'Mark In Progress', assigning complaint to officer UID &amp; setting status = InProgress.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Resolution Proof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Officer uploads repair photo compressed via local Base64 canvas, updating status to Resolved.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Super Admin City Intelligence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🔥 GIS Density Heatmap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Visualizes geographic complaint concentrations across city coordinates using Google Maps Heatmap visualization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📊 Chart.js Analytics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Interactive doughnut and bar charts breaking down city complaints by category distribution and SLA resolution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⏱️ SLA Escalation Runner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REST endpoint (/api/escalate/trigger) evaluating open complaints past the 7-day threshold and upgrading to Level 1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🧹 Test Data Cleanup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Directory listing all complaints with a 1-click Delete button powered by DELETE /api/complaints/&lt;id&gt; to clean test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Security Model &amp; Zero-Cost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🔒 Security &amp; Key Protection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serviceAccountKey.json is protected by .gitignore.</a:t>
            </a:r>
            <a:br/>
            <a:r>
              <a:t>• Render backend loads keys securely from FIREBASE_SERVICE_ACCOUNT_JSON env var.</a:t>
            </a:r>
            <a:br/>
            <a:r>
              <a:t>• Admin REST endpoints protected by verify_id_token() authentication.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☁️ Zero-Cost Cloud Deployment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Backend hosted on Render.com (Linux Gunicorn).</a:t>
            </a:r>
            <a:br/>
            <a:r>
              <a:t>• Frontend deployed on Firebase Hosting CDN.</a:t>
            </a:r>
            <a:br/>
            <a:r>
              <a:t>• Base64 client canvas compression eliminates paid cloud storage fees.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 &amp; Demonstration</a:t>
            </a:r>
          </a:p>
          <a:p>
            <a:br/>
            <a:pPr algn="ctr">
              <a:defRPr sz="2000">
                <a:solidFill>
                  <a:srgbClr val="94A3B8"/>
                </a:solidFill>
              </a:defRPr>
            </a:pPr>
            <a:r>
              <a:t>Smart Civic Connect provides an automated, AI-verified, zero-cost municipal grievance platform.</a:t>
            </a:r>
          </a:p>
          <a:p>
            <a:br/>
            <a:pPr algn="ctr">
              <a:defRPr sz="2400" b="1">
                <a:solidFill>
                  <a:srgbClr val="10B981"/>
                </a:solidFill>
              </a:defRPr>
            </a:pPr>
            <a:r>
              <a:t>Thank you! Ready for Live Demo &amp;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